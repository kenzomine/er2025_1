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B7902-2113-4175-1EF2-607045B38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3176D7-5FE6-7DD4-F128-0921ADAFA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37302D-B3A7-4236-95CC-9C3B6B01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F2C7A-55EF-4E8F-9B9E-38B773D0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631A99-5859-BF56-7D5B-A19D6885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445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36829-CDBB-3FF6-2C50-BA4CC0B1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F03048-8464-6393-EBD0-D381CDB30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8486F9-E89C-3346-103C-8118E30A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CFA96B-60A5-078B-DFAC-CFB2C86C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503C6F-A71B-DE30-FB28-7E4F51EC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35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B1808-113D-035B-A2F4-708AC677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9868BF-6E99-E49B-62B8-F0D78960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F70185-FB6D-0FA5-A7EF-90638D54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EF686F-4565-8B85-8BA9-E4A5DA1D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B9896A-9006-01FE-D7AF-A823E51F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12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035AC-F88B-87BA-2B7F-D56CCFD3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7CDFE0-4408-C5D7-F334-4F3B83560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4D1921-BBDA-386D-1746-6EE77AA79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42E1BC-3291-3908-7941-A1214B7E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46F489-43D9-02F4-29B9-852BBC23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FC9E21-0036-81C7-1133-C10C8753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59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5CBB5-9F26-676E-8A34-0E29131F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8AE483-F18E-91BC-B4D2-1ECBC7A02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B1167C-8B87-86BF-A40B-6598351D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722DCD-55A0-DD13-E8DD-606F249D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1B42F6-75EA-150C-7459-F2D760F0B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6AC06B-2460-13A9-4302-A2DBAEA1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D6A0ECC-B9DF-4334-5524-4D4FBB9E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1E5E56-2509-CC56-45CE-086CCDC5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82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61F09-7055-7B1C-ADBC-43D82157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BA9E4C4-2B85-5FEF-1050-9268CC1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A81537-7B65-1A08-1048-CB909254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472D6D-0C3E-1C5C-65F9-580843E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05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FB3A22-9C4F-A2AE-CE53-211AE2EA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DA1F6D-A8CE-2B67-1A9D-F67817A2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3452FC-11CC-F122-5586-EC29DC1F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75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F20A6-7CBF-2C34-F911-D9CB23B02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5FCC76-C765-D14A-0E16-C3A305D3E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938516-F819-8926-8339-0A3353DD7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28BE52-F6CA-E6F1-2540-C4572522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B81344-4936-EB15-5574-F168411A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F0C9D9-54AA-73B6-7221-3AE9001D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50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ADAD9E-583D-1102-4493-2CF33E38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32EAF4-EC17-E29D-18C7-C18F3506C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323CBB-B3F1-7CFD-A96A-DF3D0A80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C413FE-9D5C-6274-8C8A-E7ADE811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EE685D-4D32-B6E7-E19E-B4E14179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FE98FC-6A39-4DD7-B153-21684D61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638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F848C-E125-DCF3-A15A-9C78BE52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B8A4A0-CB20-FCC0-A7E2-575DDD9C5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9DFCDF-8021-5EFC-BFE4-16AD33E0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9DCA8C-A7F7-8433-1375-28A08C13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11D10-6D81-07D8-5D90-450579C8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23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D30361-C7B4-6BAE-3210-11B0A6A31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FA60D5-FF9F-F404-9EDE-05E7EDCD2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F0EFD-A14E-198F-0371-D256ECB1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3659C-D170-C325-BEBA-C04078A5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1C19DC-2EA1-2EF9-FAF2-39884DBC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01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D8D6CA-C5C0-0D38-8226-E4ACB9CB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354E2A-5EAE-BE1D-600C-5D9160CD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3034AD-56FA-A935-1FB1-58091FA43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E7DFC-9EFC-4EC1-85D6-879704C3CB6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EC1E06-FCD4-3AD0-BF61-DAA886A61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94F9C8-E005-904B-3918-7EE038835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3DE3C-70BF-4325-B98E-39E110A09A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98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 descr="ドキュメント 単色塗りつぶし">
            <a:extLst>
              <a:ext uri="{FF2B5EF4-FFF2-40B4-BE49-F238E27FC236}">
                <a16:creationId xmlns:a16="http://schemas.microsoft.com/office/drawing/2014/main" id="{1BA4EED5-2897-817B-DDAD-C68057FA9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645" y="1811594"/>
            <a:ext cx="914400" cy="914400"/>
          </a:xfrm>
          <a:prstGeom prst="rect">
            <a:avLst/>
          </a:prstGeom>
        </p:spPr>
      </p:pic>
      <p:pic>
        <p:nvPicPr>
          <p:cNvPr id="6" name="グラフィックス 5" descr="ドキュメント 単色塗りつぶし">
            <a:extLst>
              <a:ext uri="{FF2B5EF4-FFF2-40B4-BE49-F238E27FC236}">
                <a16:creationId xmlns:a16="http://schemas.microsoft.com/office/drawing/2014/main" id="{64A329AA-F1D8-C93F-38A2-0499D96B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645" y="2858730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ドキュメント 単色塗りつぶし">
            <a:extLst>
              <a:ext uri="{FF2B5EF4-FFF2-40B4-BE49-F238E27FC236}">
                <a16:creationId xmlns:a16="http://schemas.microsoft.com/office/drawing/2014/main" id="{38081639-EDCD-2FCC-7181-F152BD139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645" y="39058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1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8D466B5-CC9F-14C7-DF41-813F1F881824}"/>
              </a:ext>
            </a:extLst>
          </p:cNvPr>
          <p:cNvGrpSpPr/>
          <p:nvPr/>
        </p:nvGrpSpPr>
        <p:grpSpPr>
          <a:xfrm>
            <a:off x="1055420" y="696196"/>
            <a:ext cx="9780920" cy="5662254"/>
            <a:chOff x="1055420" y="696196"/>
            <a:chExt cx="9780920" cy="5662254"/>
          </a:xfrm>
        </p:grpSpPr>
        <p:pic>
          <p:nvPicPr>
            <p:cNvPr id="4" name="図 3" descr="グラフィカル ユーザー インターフェイス, テキスト, アプリケーショ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B7CD2AB0-352D-5E3B-3EC1-C2A8F8122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20" y="696196"/>
              <a:ext cx="9780920" cy="5662254"/>
            </a:xfrm>
            <a:prstGeom prst="rect">
              <a:avLst/>
            </a:prstGeom>
          </p:spPr>
        </p:pic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9C11E7BA-E504-E6BE-F2C5-DA65E8F26367}"/>
                </a:ext>
              </a:extLst>
            </p:cNvPr>
            <p:cNvSpPr/>
            <p:nvPr/>
          </p:nvSpPr>
          <p:spPr>
            <a:xfrm>
              <a:off x="1062764" y="776407"/>
              <a:ext cx="2400883" cy="490919"/>
            </a:xfrm>
            <a:prstGeom prst="roundRect">
              <a:avLst/>
            </a:prstGeom>
            <a:solidFill>
              <a:srgbClr val="15608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 b="1" dirty="0" err="1">
                  <a:solidFill>
                    <a:schemeClr val="tx1"/>
                  </a:solidFill>
                </a:rPr>
                <a:t>Documet</a:t>
              </a:r>
              <a:endParaRPr kumimoji="1" lang="ja-JP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B6CBBBA-4EEA-D327-0ACA-B7B00BBD1526}"/>
                </a:ext>
              </a:extLst>
            </p:cNvPr>
            <p:cNvSpPr/>
            <p:nvPr/>
          </p:nvSpPr>
          <p:spPr>
            <a:xfrm>
              <a:off x="8317832" y="776406"/>
              <a:ext cx="2518508" cy="490919"/>
            </a:xfrm>
            <a:prstGeom prst="roundRect">
              <a:avLst/>
            </a:prstGeom>
            <a:solidFill>
              <a:srgbClr val="15608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b="1" dirty="0">
                  <a:solidFill>
                    <a:schemeClr val="tx1"/>
                  </a:solidFill>
                </a:rPr>
                <a:t>Insights</a:t>
              </a:r>
              <a:endParaRPr kumimoji="1" lang="ja-JP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49672154-2471-0EAD-A49B-24C8757E1014}"/>
                </a:ext>
              </a:extLst>
            </p:cNvPr>
            <p:cNvSpPr/>
            <p:nvPr/>
          </p:nvSpPr>
          <p:spPr>
            <a:xfrm>
              <a:off x="4567887" y="776407"/>
              <a:ext cx="2755986" cy="490919"/>
            </a:xfrm>
            <a:prstGeom prst="roundRect">
              <a:avLst/>
            </a:prstGeom>
            <a:solidFill>
              <a:srgbClr val="15608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b="1" dirty="0">
                  <a:solidFill>
                    <a:schemeClr val="tx1"/>
                  </a:solidFill>
                </a:rPr>
                <a:t>Chat</a:t>
              </a:r>
              <a:endParaRPr kumimoji="1" lang="ja-JP" altLang="en-US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585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41bcb5-c330-4cbb-8eba-49c9dbaaa5bd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3</Words>
  <Application>Microsoft Office PowerPoint</Application>
  <PresentationFormat>ワイド画面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Mine, Kenzo (SSS)</dc:creator>
  <cp:lastModifiedBy>Mine, Kenzo (SSS)</cp:lastModifiedBy>
  <cp:revision>2</cp:revision>
  <dcterms:created xsi:type="dcterms:W3CDTF">2026-01-20T04:26:27Z</dcterms:created>
  <dcterms:modified xsi:type="dcterms:W3CDTF">2026-01-21T08:59:33Z</dcterms:modified>
</cp:coreProperties>
</file>